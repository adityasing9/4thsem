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F297-D6C7-4F52-EDF6-85E3B1982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7F2DD-A7A9-06A3-D440-5DA9C07FF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2DA3-BF1D-AE35-FAF9-C4967FF2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715CF-D421-7C7B-B689-D50E1A2E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423FA-F324-BBCA-1E0B-31A6C945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0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7ED7-AB55-346A-4AE8-8A18E6F8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296C-A61A-E222-8370-8C1CE65B7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387A5-CF22-7470-6811-74CC71A6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1E25-ADDA-2F20-F4EE-4FCB9950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1887-21B3-8EC8-9145-7E6EF62D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58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AEDC-B17A-9DBA-8176-197DE4B58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20C85-5CB7-59FC-A9C4-5891E3A6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005EA-3E77-0B30-C4BA-E9E9CE60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C7FB5-3625-A871-B6A9-070980B1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5D2B-5E8B-32F3-7983-33E19A84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8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4B64C-A755-D924-F52D-9787925C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76E1-9658-CBAB-724A-92D34FE03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9EC70-F281-FEF6-6F68-032AAE352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9BDE5-FF80-9032-F5D4-B5066930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48D83-3917-3C69-3C60-BAF46090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DF13F-2FFC-4003-D340-75AEB064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9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8F7B-E06F-D5CA-4299-B5218545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3E88-0E20-5484-2920-F0EE1CBB3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F4795-4FB4-274E-0C95-C3DB287C9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F913A-9186-D6C8-7F05-C7EC7D909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79B42-6E51-6114-845C-1CCD48F25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2B85C-842E-56D3-8AAB-8F1E664A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82FE7-DCB8-A37F-224B-BFF53EF4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FE3A5-EC03-7E7D-B953-CECDCDC9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4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4747-95FE-4294-58CA-7CF79F43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2DD04-FBF4-EB7F-077C-0C62506D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BEEB6-5330-24E7-F408-5323CE83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64A64-620A-1174-5DB4-053EDAC0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2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0305C-E5BD-224E-ECE7-E8475D5F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43A77-E66C-B49A-B078-532B7549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003FB-82A1-6A49-05C8-6AE079B2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A7E9-E9CE-F47A-7BCB-8CF77267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841B-C15E-C405-56DD-B962405E0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F407D-9936-26BC-0B7F-5CEC2C01F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E2E91-FE73-BB82-1A24-F462B89C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3C75-0746-EFDF-6388-B02201ED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755F4-6272-9023-21EF-87AEB0DA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4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DDA49-3225-563E-13E5-4C6EFCBB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DEC13-110E-ADBE-16C1-063952DE6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536AF-F1AA-3267-7A00-6AD2B0ED0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9184-93AB-2F1B-90E0-3DD545AA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0A353-A911-23B2-F743-0B587E75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1B72B-95FC-01A9-14EE-782F8A0B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26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DE5E-F64F-2305-DA5C-4E5DBA1A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B8362-7286-4EB9-5A4D-BB9F939F3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ECDC3-5EBF-EBBA-D849-B52783B6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5DFD-BE29-CAB8-2C7B-B5A90C43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B5638-5EF9-2154-0047-A0E14CB4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3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0F310-2FB9-E839-F529-0338B0143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A030A-D5A8-5305-00A1-42CBADBB6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6397C-7354-A7F0-6594-0989285C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15F8-C313-76A0-0042-AF586744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76A18-1A6B-B8CE-CB31-E61B94A8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64258-6B97-92D5-774D-B6D0E770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13E5E-5E61-4766-C532-FD15D6A99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3C293-A0E1-D356-2CAF-C14A571F5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085E-1216-45AD-B31E-9B23583982D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8A882-755F-80DE-2685-CC173729C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FF29-6FD2-E0E5-BB92-3E03A0895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5B84A-6CB9-4B80-961E-8F7A1F267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8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5AEAB-11FB-402D-9673-300901934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963" y="0"/>
            <a:ext cx="9144000" cy="2387600"/>
          </a:xfrm>
        </p:spPr>
        <p:txBody>
          <a:bodyPr>
            <a:normAutofit/>
          </a:bodyPr>
          <a:lstStyle/>
          <a:p>
            <a:r>
              <a:rPr lang="en-IN" sz="7200" b="1" dirty="0">
                <a:solidFill>
                  <a:srgbClr val="C00000"/>
                </a:solidFill>
              </a:rPr>
              <a:t>LAB PRG-1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07382-9CAE-798D-9700-6C4880610395}"/>
              </a:ext>
            </a:extLst>
          </p:cNvPr>
          <p:cNvSpPr txBox="1"/>
          <p:nvPr/>
        </p:nvSpPr>
        <p:spPr>
          <a:xfrm>
            <a:off x="517380" y="2614999"/>
            <a:ext cx="10783166" cy="261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99695" indent="-457200" algn="just">
              <a:buAutoNum type="alphaUcPeriod"/>
            </a:pP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Design and implement C program using the Brute Force String Matching algorithm to find all occurrences of a given pattern in a text. Display the starting position(s) where the pattern occurs and </a:t>
            </a:r>
            <a:r>
              <a:rPr lang="en-IN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 time complexity of the algorithm.</a:t>
            </a:r>
          </a:p>
          <a:p>
            <a:pPr marL="457200" marR="99695" indent="-457200" algn="just">
              <a:buAutoNum type="alphaUcPeriod"/>
            </a:pPr>
            <a:endParaRPr lang="en-IN" sz="20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Design and implement C program to determine whether all elements in a given array are unique (i.e., no duplicate elements are present) also </a:t>
            </a:r>
            <a:r>
              <a:rPr lang="en-IN" sz="2000" kern="1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 time complexity of the algorithm. Run the program for varied values of n&gt; 5000 and record the time taken. Plot a graph of the time taken versus n.</a:t>
            </a:r>
            <a:endParaRPr lang="en-IN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5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AED2-4808-AF6E-E9F6-61C30DCC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4594E-800E-F2AE-445D-300E55C55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903" y="122480"/>
            <a:ext cx="7378387" cy="64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0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2C43C5-CDB4-7CD8-620A-B539580E9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778" y="103980"/>
            <a:ext cx="8287395" cy="665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8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601C-02EE-452B-E89E-CA3F3062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8C2BF0-2443-0785-1EF9-A224E0770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75" y="89189"/>
            <a:ext cx="10415449" cy="645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1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27D2-3756-346B-2D73-FAA04686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2A3BA-0B0A-F0D3-B8EB-81A5DAF82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52" y="192337"/>
            <a:ext cx="11110696" cy="647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9F0E-4F9A-53B1-86BD-C089798D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65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110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Office Theme</vt:lpstr>
      <vt:lpstr>LAB PRG-1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is.rajesh081@outlook.com</dc:creator>
  <cp:lastModifiedBy>is.rajesh081@outlook.com</cp:lastModifiedBy>
  <cp:revision>3</cp:revision>
  <dcterms:created xsi:type="dcterms:W3CDTF">2026-02-28T03:09:29Z</dcterms:created>
  <dcterms:modified xsi:type="dcterms:W3CDTF">2026-02-28T04:50:15Z</dcterms:modified>
</cp:coreProperties>
</file>